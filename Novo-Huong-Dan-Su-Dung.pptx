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9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A2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0" y="914400"/>
            <a:ext cx="5486400" cy="457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43000" b="1">
                <a:solidFill>
                  <a:srgbClr val="0A2472"/>
                </a:solidFill>
                <a:latin typeface="Arial"/>
              </a:rPr>
              <a:t>N</a:t>
            </a:r>
          </a:p>
        </p:txBody>
      </p:sp>
      <p:pic>
        <p:nvPicPr>
          <p:cNvPr id="5" name="Picture 4" descr="nov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2254840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2286000"/>
            <a:ext cx="82296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Hướng dẫn sử dụng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B82F6"/>
                </a:solidFill>
                <a:latin typeface="Arial"/>
                <a:ea typeface="Arial"/>
                <a:cs typeface="Arial"/>
              </a:rPr>
              <a:t>Ứng dụng tạo ảnh chân dung bằng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8229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EEF3F9"/>
                </a:solidFill>
                <a:latin typeface="Arial"/>
                <a:ea typeface="Arial"/>
                <a:cs typeface="Arial"/>
              </a:rPr>
              <a:t>Biến ảnh của bạn thành chân dung nghệ thuật chuyên nghiệp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EF3F9"/>
                </a:solidFill>
                <a:latin typeface="Arial"/>
                <a:ea typeface="Arial"/>
                <a:cs typeface="Arial"/>
              </a:rPr>
              <a:t>chỉ trong vài giây, ngay trên điện thoại.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257800"/>
            <a:ext cx="1563624" cy="384048"/>
          </a:xfrm>
          <a:prstGeom prst="roundRect">
            <a:avLst/>
          </a:prstGeom>
          <a:solidFill>
            <a:srgbClr val="0A2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Nhiều phong cách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9464" y="5257800"/>
            <a:ext cx="1019556" cy="384048"/>
          </a:xfrm>
          <a:prstGeom prst="roundRect">
            <a:avLst/>
          </a:prstGeom>
          <a:solidFill>
            <a:srgbClr val="0A2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AI Gemini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26180" y="5257800"/>
            <a:ext cx="1408176" cy="384048"/>
          </a:xfrm>
          <a:prstGeom prst="roundRect">
            <a:avLst/>
          </a:prstGeom>
          <a:solidFill>
            <a:srgbClr val="0A2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Chụp &amp; Tải ảnh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71516" y="5257800"/>
            <a:ext cx="1097280" cy="384048"/>
          </a:xfrm>
          <a:prstGeom prst="roundRect">
            <a:avLst/>
          </a:prstGeom>
          <a:solidFill>
            <a:srgbClr val="0A2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Chia sẻ QR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457200" cy="82296"/>
          </a:xfrm>
          <a:prstGeom prst="rect">
            <a:avLst/>
          </a:prstGeom>
          <a:solidFill>
            <a:srgbClr val="00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57D9"/>
                </a:solidFill>
                <a:latin typeface="Arial"/>
                <a:ea typeface="Arial"/>
                <a:cs typeface="Arial"/>
              </a:rPr>
              <a:t>GIỚI THIỆU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1965"/>
                </a:solidFill>
                <a:latin typeface="Arial"/>
                <a:ea typeface="Arial"/>
                <a:cs typeface="Arial"/>
              </a:rPr>
              <a:t>Novo</a:t>
            </a:r>
            <a:r>
              <a:rPr lang="vi-VN" sz="3000" b="1" dirty="0">
                <a:solidFill>
                  <a:srgbClr val="001965"/>
                </a:solidFill>
                <a:latin typeface="Arial"/>
                <a:ea typeface="Arial"/>
                <a:cs typeface="Arial"/>
              </a:rPr>
              <a:t> booth</a:t>
            </a:r>
            <a:r>
              <a:rPr sz="3000" b="1" dirty="0">
                <a:solidFill>
                  <a:srgbClr val="001965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1965"/>
                </a:solidFill>
                <a:latin typeface="Arial"/>
                <a:ea typeface="Arial"/>
                <a:cs typeface="Arial"/>
              </a:rPr>
              <a:t>là</a:t>
            </a:r>
            <a:r>
              <a:rPr sz="3000" b="1" dirty="0">
                <a:solidFill>
                  <a:srgbClr val="001965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1965"/>
                </a:solidFill>
                <a:latin typeface="Arial"/>
                <a:ea typeface="Arial"/>
                <a:cs typeface="Arial"/>
              </a:rPr>
              <a:t>gì</a:t>
            </a:r>
            <a:r>
              <a:rPr sz="3000" b="1" dirty="0">
                <a:solidFill>
                  <a:srgbClr val="001965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pic>
        <p:nvPicPr>
          <p:cNvPr id="6" name="Picture 5" descr="nov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3452" y="640080"/>
            <a:ext cx="1315323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00800"/>
            <a:ext cx="3657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3B2"/>
                </a:solidFill>
                <a:latin typeface="Arial"/>
                <a:ea typeface="Arial"/>
                <a:cs typeface="Arial"/>
              </a:rPr>
              <a:t>Novo Vietnam  ·  Digital Week 20/10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AA3B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7607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B1437"/>
                </a:solidFill>
                <a:latin typeface="Arial"/>
                <a:ea typeface="Arial"/>
                <a:cs typeface="Arial"/>
              </a:rPr>
              <a:t>Novo là booth chụp ảnh AI dành cho sự kiện Digital Week &amp; Ngày Phụ nữ Việt Nam 20/10.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55F73"/>
                </a:solidFill>
                <a:latin typeface="Arial"/>
                <a:ea typeface="Arial"/>
                <a:cs typeface="Arial"/>
              </a:rPr>
              <a:t>Người dùng chỉ cần chụp hoặc tải lên một tấm ảnh, chọn phong cách yêu thích, và AI sẽ tạo ra chân dung nghệ thuật giữ nguyên gương mặt gốc.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743200" cy="14173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82296" cy="1417320"/>
          </a:xfrm>
          <a:prstGeom prst="rect">
            <a:avLst/>
          </a:prstGeom>
          <a:solidFill>
            <a:srgbClr val="00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993392"/>
            <a:ext cx="237744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Giữ nguyên gương mặt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F73"/>
                </a:solidFill>
                <a:latin typeface="Arial"/>
                <a:ea typeface="Arial"/>
                <a:cs typeface="Arial"/>
              </a:rPr>
              <a:t>AI bảo toàn 100% đường nét, tông da và biểu cảm thật của bạn.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828800"/>
            <a:ext cx="2743200" cy="14173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326880" y="1828800"/>
            <a:ext cx="82296" cy="1417320"/>
          </a:xfrm>
          <a:prstGeom prst="rect">
            <a:avLst/>
          </a:prstGeom>
          <a:solidFill>
            <a:srgbClr val="00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55480" y="1993392"/>
            <a:ext cx="237744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Đa dạng phong cách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F73"/>
                </a:solidFill>
                <a:latin typeface="Arial"/>
                <a:ea typeface="Arial"/>
                <a:cs typeface="Arial"/>
              </a:rPr>
              <a:t>Từ chân dung doanh nhân, áo dài đến hoạt hình sáng tạo vui nhộn.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474720"/>
            <a:ext cx="2743200" cy="14173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3474720"/>
            <a:ext cx="82296" cy="1417320"/>
          </a:xfrm>
          <a:prstGeom prst="rect">
            <a:avLst/>
          </a:prstGeom>
          <a:solidFill>
            <a:srgbClr val="00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3639312"/>
            <a:ext cx="237744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Song ngữ Việt - Anh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F73"/>
                </a:solidFill>
                <a:latin typeface="Arial"/>
                <a:ea typeface="Arial"/>
                <a:cs typeface="Arial"/>
              </a:rPr>
              <a:t>Giao diện và prompt hỗ trợ cả tiếng Việt lẫn tiếng Anh.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3474720"/>
            <a:ext cx="2743200" cy="14173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26880" y="3474720"/>
            <a:ext cx="82296" cy="1417320"/>
          </a:xfrm>
          <a:prstGeom prst="rect">
            <a:avLst/>
          </a:prstGeom>
          <a:solidFill>
            <a:srgbClr val="00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55480" y="3639312"/>
            <a:ext cx="237744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Tối ưu điện thoại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F73"/>
                </a:solidFill>
                <a:latin typeface="Arial"/>
                <a:ea typeface="Arial"/>
                <a:cs typeface="Arial"/>
              </a:rPr>
              <a:t>Thiết kế mobile-first, chuẩn khung chân dung 3:4.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457200" cy="82296"/>
          </a:xfrm>
          <a:prstGeom prst="rect">
            <a:avLst/>
          </a:prstGeom>
          <a:solidFill>
            <a:srgbClr val="00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57D9"/>
                </a:solidFill>
                <a:latin typeface="Arial"/>
                <a:ea typeface="Arial"/>
                <a:cs typeface="Arial"/>
              </a:rPr>
              <a:t>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5 bước đơn giản</a:t>
            </a:r>
          </a:p>
        </p:txBody>
      </p:sp>
      <p:pic>
        <p:nvPicPr>
          <p:cNvPr id="6" name="Picture 5" descr="nov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3452" y="640080"/>
            <a:ext cx="1315323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00800"/>
            <a:ext cx="3657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3B2"/>
                </a:solidFill>
                <a:latin typeface="Arial"/>
                <a:ea typeface="Arial"/>
                <a:cs typeface="Arial"/>
              </a:rPr>
              <a:t>Novo Vietnam  ·  Digital Week 20/10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AA3B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68880"/>
            <a:ext cx="1944563" cy="2651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63721" y="2057400"/>
            <a:ext cx="822960" cy="822960"/>
          </a:xfrm>
          <a:prstGeom prst="ellipse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1670243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Nhập tên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F73"/>
                </a:solidFill>
                <a:latin typeface="Arial"/>
                <a:ea typeface="Arial"/>
                <a:cs typeface="Arial"/>
              </a:rPr>
              <a:t>Nhập tên viết tắt của bạn &amp; đồng ý điều khoản.</a:t>
            </a:r>
          </a:p>
        </p:txBody>
      </p:sp>
      <p:sp>
        <p:nvSpPr>
          <p:cNvPr id="12" name="Chevron 11"/>
          <p:cNvSpPr/>
          <p:nvPr/>
        </p:nvSpPr>
        <p:spPr>
          <a:xfrm>
            <a:off x="2484059" y="3630168"/>
            <a:ext cx="292608" cy="329184"/>
          </a:xfrm>
          <a:prstGeom prst="chevron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13243" y="2468880"/>
            <a:ext cx="1944563" cy="2651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374044" y="2057400"/>
            <a:ext cx="822960" cy="822960"/>
          </a:xfrm>
          <a:prstGeom prst="ellipse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0403" y="3108960"/>
            <a:ext cx="1670243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Chụp / Tải ảnh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F73"/>
                </a:solidFill>
                <a:latin typeface="Arial"/>
                <a:ea typeface="Arial"/>
                <a:cs typeface="Arial"/>
              </a:rPr>
              <a:t>Dùng camera hoặc tải ảnh có sẵn (chân dung rõ mặt).</a:t>
            </a:r>
          </a:p>
        </p:txBody>
      </p:sp>
      <p:sp>
        <p:nvSpPr>
          <p:cNvPr id="16" name="Chevron 15"/>
          <p:cNvSpPr/>
          <p:nvPr/>
        </p:nvSpPr>
        <p:spPr>
          <a:xfrm>
            <a:off x="4794382" y="3630168"/>
            <a:ext cx="292608" cy="329184"/>
          </a:xfrm>
          <a:prstGeom prst="chevron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23566" y="2468880"/>
            <a:ext cx="1944563" cy="2651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684367" y="2057400"/>
            <a:ext cx="822960" cy="822960"/>
          </a:xfrm>
          <a:prstGeom prst="ellipse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0726" y="3108960"/>
            <a:ext cx="1670243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Chọn phong cách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F73"/>
                </a:solidFill>
                <a:latin typeface="Arial"/>
                <a:ea typeface="Arial"/>
                <a:cs typeface="Arial"/>
              </a:rPr>
              <a:t>Chọn phong cách phù hợp, hoặc tự viết mô tả riêng.</a:t>
            </a:r>
          </a:p>
        </p:txBody>
      </p:sp>
      <p:sp>
        <p:nvSpPr>
          <p:cNvPr id="20" name="Chevron 19"/>
          <p:cNvSpPr/>
          <p:nvPr/>
        </p:nvSpPr>
        <p:spPr>
          <a:xfrm>
            <a:off x="7104705" y="3630168"/>
            <a:ext cx="292608" cy="329184"/>
          </a:xfrm>
          <a:prstGeom prst="chevron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33889" y="2468880"/>
            <a:ext cx="1944563" cy="2651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994690" y="2057400"/>
            <a:ext cx="822960" cy="822960"/>
          </a:xfrm>
          <a:prstGeom prst="ellipse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049" y="3108960"/>
            <a:ext cx="1670243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Tạo ảnh AI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F73"/>
                </a:solidFill>
                <a:latin typeface="Arial"/>
                <a:ea typeface="Arial"/>
                <a:cs typeface="Arial"/>
              </a:rPr>
              <a:t>Nhấn “Tạo ảnh AI” và chờ AI xử lý vài giây.</a:t>
            </a:r>
          </a:p>
        </p:txBody>
      </p:sp>
      <p:sp>
        <p:nvSpPr>
          <p:cNvPr id="24" name="Chevron 23"/>
          <p:cNvSpPr/>
          <p:nvPr/>
        </p:nvSpPr>
        <p:spPr>
          <a:xfrm>
            <a:off x="9415028" y="3630168"/>
            <a:ext cx="292608" cy="329184"/>
          </a:xfrm>
          <a:prstGeom prst="chevron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744212" y="2468880"/>
            <a:ext cx="1944563" cy="2651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05013" y="2057400"/>
            <a:ext cx="822960" cy="822960"/>
          </a:xfrm>
          <a:prstGeom prst="ellipse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1372" y="3108960"/>
            <a:ext cx="1670243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Tải &amp; Chia sẻ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F73"/>
                </a:solidFill>
                <a:latin typeface="Arial"/>
                <a:ea typeface="Arial"/>
                <a:cs typeface="Arial"/>
              </a:rPr>
              <a:t>Tải ảnh về hoặc quét mã QR để chia sẻ.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457200" cy="82296"/>
          </a:xfrm>
          <a:prstGeom prst="rect">
            <a:avLst/>
          </a:prstGeom>
          <a:solidFill>
            <a:srgbClr val="00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57D9"/>
                </a:solidFill>
                <a:latin typeface="Arial"/>
                <a:ea typeface="Arial"/>
                <a:cs typeface="Arial"/>
              </a:rPr>
              <a:t>BƯỚC 1 - 2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Bắt đầu: Nhập tên &amp; Chuẩn bị ảnh</a:t>
            </a:r>
          </a:p>
        </p:txBody>
      </p:sp>
      <p:pic>
        <p:nvPicPr>
          <p:cNvPr id="6" name="Picture 5" descr="nov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3452" y="640080"/>
            <a:ext cx="1315323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00800"/>
            <a:ext cx="3657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3B2"/>
                </a:solidFill>
                <a:latin typeface="Arial"/>
                <a:ea typeface="Arial"/>
                <a:cs typeface="Arial"/>
              </a:rPr>
              <a:t>Novo Vietnam  ·  Digital Week 20/10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AA3B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852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57D9"/>
                </a:solidFill>
                <a:latin typeface="Arial"/>
                <a:ea typeface="Arial"/>
                <a:cs typeface="Arial"/>
              </a:rPr>
              <a:t>NHẬP TÊN &amp; ĐỒNG 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58521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0B1437"/>
                </a:solidFill>
                <a:latin typeface="Arial"/>
                <a:ea typeface="Arial"/>
                <a:cs typeface="Arial"/>
              </a:rPr>
              <a:t>• Nhập tên viết tắt (tối đa 24 ký tự, chữ IN HOA).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0B1437"/>
                </a:solidFill>
                <a:latin typeface="Arial"/>
                <a:ea typeface="Arial"/>
                <a:cs typeface="Arial"/>
              </a:rPr>
              <a:t>• Tích chọn đồng ý cho phép xử lý ảnh.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B1437"/>
                </a:solidFill>
                <a:latin typeface="Arial"/>
                <a:ea typeface="Arial"/>
                <a:cs typeface="Arial"/>
              </a:rPr>
              <a:t>• Nhập mã sự kiện nếu ban tổ chức yêu cầu.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94760"/>
            <a:ext cx="5852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57D9"/>
                </a:solidFill>
                <a:latin typeface="Arial"/>
                <a:ea typeface="Arial"/>
                <a:cs typeface="Arial"/>
              </a:rPr>
              <a:t>CHỤP HOẶC TẢI ẢNH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60520"/>
            <a:ext cx="58521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0B1437"/>
                </a:solidFill>
                <a:latin typeface="Arial"/>
                <a:ea typeface="Arial"/>
                <a:cs typeface="Arial"/>
              </a:rPr>
              <a:t>• Dùng camera thiết bị để chụp trực tiếp, hoặc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0B1437"/>
                </a:solidFill>
                <a:latin typeface="Arial"/>
                <a:ea typeface="Arial"/>
                <a:cs typeface="Arial"/>
              </a:rPr>
              <a:t>• Tải lên ảnh có sẵn từ máy.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B1437"/>
                </a:solidFill>
                <a:latin typeface="Arial"/>
                <a:ea typeface="Arial"/>
                <a:cs typeface="Arial"/>
              </a:rPr>
              <a:t>• Ảnh tự động chuẩn hóa về khung chân dung 3:4.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828800"/>
            <a:ext cx="4846320" cy="3931920"/>
          </a:xfrm>
          <a:prstGeom prst="roundRect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86600" y="2103120"/>
            <a:ext cx="4206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Yêu cầu ảnh đầu vào</a:t>
            </a:r>
          </a:p>
        </p:txBody>
      </p:sp>
      <p:sp>
        <p:nvSpPr>
          <p:cNvPr id="15" name="Oval 14"/>
          <p:cNvSpPr/>
          <p:nvPr/>
        </p:nvSpPr>
        <p:spPr>
          <a:xfrm>
            <a:off x="7086600" y="2788920"/>
            <a:ext cx="128016" cy="12801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0" y="2688336"/>
            <a:ext cx="3931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Định dạng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PNG · JPEG · WebP</a:t>
            </a:r>
          </a:p>
        </p:txBody>
      </p:sp>
      <p:sp>
        <p:nvSpPr>
          <p:cNvPr id="17" name="Oval 16"/>
          <p:cNvSpPr/>
          <p:nvPr/>
        </p:nvSpPr>
        <p:spPr>
          <a:xfrm>
            <a:off x="7086600" y="3538728"/>
            <a:ext cx="128016" cy="12801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3438144"/>
            <a:ext cx="3931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Dung lượng tối đa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MB</a:t>
            </a:r>
          </a:p>
        </p:txBody>
      </p:sp>
      <p:sp>
        <p:nvSpPr>
          <p:cNvPr id="19" name="Oval 18"/>
          <p:cNvSpPr/>
          <p:nvPr/>
        </p:nvSpPr>
        <p:spPr>
          <a:xfrm>
            <a:off x="7086600" y="4288536"/>
            <a:ext cx="128016" cy="12801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0" y="4187952"/>
            <a:ext cx="3931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Tỉ lệ khung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3:4 (chân dung dọc)</a:t>
            </a:r>
          </a:p>
        </p:txBody>
      </p:sp>
      <p:sp>
        <p:nvSpPr>
          <p:cNvPr id="21" name="Oval 20"/>
          <p:cNvSpPr/>
          <p:nvPr/>
        </p:nvSpPr>
        <p:spPr>
          <a:xfrm>
            <a:off x="7086600" y="5038344"/>
            <a:ext cx="128016" cy="12801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0" y="4937760"/>
            <a:ext cx="3931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Chất lượng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Rõ mặt, đủ sáng, chính diện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457200" cy="82296"/>
          </a:xfrm>
          <a:prstGeom prst="rect">
            <a:avLst/>
          </a:prstGeom>
          <a:solidFill>
            <a:srgbClr val="00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57D9"/>
                </a:solidFill>
                <a:latin typeface="Arial"/>
                <a:ea typeface="Arial"/>
                <a:cs typeface="Arial"/>
              </a:rPr>
              <a:t>BƯỚC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Chọn phong cách bạn thích</a:t>
            </a:r>
          </a:p>
        </p:txBody>
      </p:sp>
      <p:pic>
        <p:nvPicPr>
          <p:cNvPr id="6" name="Picture 5" descr="nov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3452" y="640080"/>
            <a:ext cx="1315323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00800"/>
            <a:ext cx="3657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3B2"/>
                </a:solidFill>
                <a:latin typeface="Arial"/>
                <a:ea typeface="Arial"/>
                <a:cs typeface="Arial"/>
              </a:rPr>
              <a:t>Novo Vietnam  ·  Digital Week 20/10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AA3B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55F73"/>
                </a:solidFill>
                <a:latin typeface="Arial"/>
                <a:ea typeface="Arial"/>
                <a:cs typeface="Arial"/>
              </a:rPr>
              <a:t>Ứng dụng cung cấp nhiều phong cách để bạn lựa chọn - mỗi phong cách là một chủ đề riêng với bối cảnh, trang phục và ánh sáng thiết kế sẵn. Bạn chỉ cần chọn, AI sẽ lo phần còn lại.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80360"/>
            <a:ext cx="2697480" cy="2651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 Same Side Corner Rectangle 10"/>
          <p:cNvSpPr/>
          <p:nvPr/>
        </p:nvSpPr>
        <p:spPr>
          <a:xfrm>
            <a:off x="502920" y="2880360"/>
            <a:ext cx="2697480" cy="640080"/>
          </a:xfrm>
          <a:prstGeom prst="round2SameRect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953512"/>
            <a:ext cx="23317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Chuyên nghiệp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22402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1437"/>
                </a:solidFill>
                <a:latin typeface="Arial"/>
                <a:ea typeface="Arial"/>
                <a:cs typeface="Arial"/>
              </a:rPr>
              <a:t>Chân dung doanh nhân, công sở lịch lãm, hiện đại.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2880360"/>
            <a:ext cx="2697480" cy="2651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 Same Side Corner Rectangle 14"/>
          <p:cNvSpPr/>
          <p:nvPr/>
        </p:nvSpPr>
        <p:spPr>
          <a:xfrm>
            <a:off x="3355848" y="2880360"/>
            <a:ext cx="2697480" cy="640080"/>
          </a:xfrm>
          <a:prstGeom prst="round2SameRect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8728" y="2953512"/>
            <a:ext cx="23317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Văn hóa &amp; Lễ hội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794760"/>
            <a:ext cx="22402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1437"/>
                </a:solidFill>
                <a:latin typeface="Arial"/>
                <a:ea typeface="Arial"/>
                <a:cs typeface="Arial"/>
              </a:rPr>
              <a:t>Áo dài truyền thống, không khí dịp 20/10, tiệc sự kiện.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880360"/>
            <a:ext cx="2697480" cy="2651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>
            <a:off x="6208776" y="2880360"/>
            <a:ext cx="2697480" cy="640080"/>
          </a:xfrm>
          <a:prstGeom prst="round2SameRect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1656" y="2953512"/>
            <a:ext cx="23317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Sáng tạo &amp; Vui nhộn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794760"/>
            <a:ext cx="22402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1437"/>
                </a:solidFill>
                <a:latin typeface="Arial"/>
                <a:ea typeface="Arial"/>
                <a:cs typeface="Arial"/>
              </a:rPr>
              <a:t>Hoạt hình, chibi, mô hình đồ chơi, phong cách game.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2880360"/>
            <a:ext cx="2697480" cy="2651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>
            <a:off x="9061704" y="2880360"/>
            <a:ext cx="2697480" cy="640080"/>
          </a:xfrm>
          <a:prstGeom prst="round2SameRect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4584" y="2953512"/>
            <a:ext cx="23317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Tự do sáng tạo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3794760"/>
            <a:ext cx="22402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1437"/>
                </a:solidFill>
                <a:latin typeface="Arial"/>
                <a:ea typeface="Arial"/>
                <a:cs typeface="Arial"/>
              </a:rPr>
              <a:t>Tự viết mô tả riêng - AI vẫn giữ nguyên gương mặt bạn.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66928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3B2"/>
                </a:solidFill>
                <a:latin typeface="Arial"/>
                <a:ea typeface="Arial"/>
                <a:cs typeface="Arial"/>
              </a:rPr>
              <a:t>Danh sách phong cách cụ thể sẽ hiển thị trực tiếp trong ứng dụng theo từng sự kiện.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457200" cy="82296"/>
          </a:xfrm>
          <a:prstGeom prst="rect">
            <a:avLst/>
          </a:prstGeom>
          <a:solidFill>
            <a:srgbClr val="00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57D9"/>
                </a:solidFill>
                <a:latin typeface="Arial"/>
                <a:ea typeface="Arial"/>
                <a:cs typeface="Arial"/>
              </a:rPr>
              <a:t>BÍ QUYẾT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Mẹo để có ảnh đẹp nhất</a:t>
            </a:r>
          </a:p>
        </p:txBody>
      </p:sp>
      <p:pic>
        <p:nvPicPr>
          <p:cNvPr id="6" name="Picture 5" descr="nov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3452" y="640080"/>
            <a:ext cx="1315323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00800"/>
            <a:ext cx="3657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3B2"/>
                </a:solidFill>
                <a:latin typeface="Arial"/>
                <a:ea typeface="Arial"/>
                <a:cs typeface="Arial"/>
              </a:rPr>
              <a:t>Novo Vietnam  ·  Digital Week 20/10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AA3B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5394960" cy="1143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2148839"/>
            <a:ext cx="548640" cy="548640"/>
          </a:xfrm>
          <a:prstGeom prst="ellipse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39111"/>
            <a:ext cx="4297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Ánh sáng tốt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F73"/>
                </a:solidFill>
                <a:latin typeface="Arial"/>
                <a:ea typeface="Arial"/>
                <a:cs typeface="Arial"/>
              </a:rPr>
              <a:t>Chụp nơi đủ sáng, tránh ngược sáng để AI nhận rõ gương mặt.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19"/>
            <a:ext cx="5394960" cy="1143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92240" y="2148839"/>
            <a:ext cx="548640" cy="548640"/>
          </a:xfrm>
          <a:prstGeom prst="ellipse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039111"/>
            <a:ext cx="4297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Chính diện, rõ mặt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F73"/>
                </a:solidFill>
                <a:latin typeface="Arial"/>
                <a:ea typeface="Arial"/>
                <a:cs typeface="Arial"/>
              </a:rPr>
              <a:t>Nhìn thẳng camera, không che mặt bằng tóc, khẩu trang hay kính tối.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46119"/>
            <a:ext cx="5394960" cy="1143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3520439"/>
            <a:ext cx="548640" cy="548640"/>
          </a:xfrm>
          <a:prstGeom prst="ellipse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10711"/>
            <a:ext cx="4297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Khung 3:4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F73"/>
                </a:solidFill>
                <a:latin typeface="Arial"/>
                <a:ea typeface="Arial"/>
                <a:cs typeface="Arial"/>
              </a:rPr>
              <a:t>Giữ đầu &amp; vai trong khung dọc; ảnh sẽ tự cắt về tỉ lệ 3:4.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246119"/>
            <a:ext cx="5394960" cy="1143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92240" y="3520439"/>
            <a:ext cx="548640" cy="548640"/>
          </a:xfrm>
          <a:prstGeom prst="ellipse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410711"/>
            <a:ext cx="4297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Một người / ảnh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F73"/>
                </a:solidFill>
                <a:latin typeface="Arial"/>
                <a:ea typeface="Arial"/>
                <a:cs typeface="Arial"/>
              </a:rPr>
              <a:t>Ảnh chân dung một người cho kết quả chuẩn nhất.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17719"/>
            <a:ext cx="5394960" cy="1143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77240" y="4892039"/>
            <a:ext cx="548640" cy="548640"/>
          </a:xfrm>
          <a:prstGeom prst="ellipse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782311"/>
            <a:ext cx="4297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Mô tả tự viết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F73"/>
                </a:solidFill>
                <a:latin typeface="Arial"/>
                <a:ea typeface="Arial"/>
                <a:cs typeface="Arial"/>
              </a:rPr>
              <a:t>Nếu tự viết mô tả, hãy diễn đạt rõ ràng, ngắn gọn, cụ thể.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617719"/>
            <a:ext cx="5394960" cy="1143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92240" y="4892039"/>
            <a:ext cx="548640" cy="548640"/>
          </a:xfrm>
          <a:prstGeom prst="ellipse">
            <a:avLst/>
          </a:prstGeom>
          <a:solidFill>
            <a:srgbClr val="001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782311"/>
            <a:ext cx="4297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01965"/>
                </a:solidFill>
                <a:latin typeface="Arial"/>
                <a:ea typeface="Arial"/>
                <a:cs typeface="Arial"/>
              </a:rPr>
              <a:t>Thử nhiều kiểu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F73"/>
                </a:solidFill>
                <a:latin typeface="Arial"/>
                <a:ea typeface="Arial"/>
                <a:cs typeface="Arial"/>
              </a:rPr>
              <a:t>Mỗi phong cách cho sắc thái khác nhau - hãy thử vài kiểu.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9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A2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ov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225484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468880"/>
            <a:ext cx="105156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Sẵn sàng tỏa sáng cùng Novo!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B82F6"/>
                </a:solidFill>
                <a:latin typeface="Arial"/>
                <a:ea typeface="Arial"/>
                <a:cs typeface="Arial"/>
              </a:rPr>
              <a:t>Chụp ảnh - chọn phong cách - nhận ngay chân dung AI của riêng bạn.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297680"/>
            <a:ext cx="1252728" cy="384048"/>
          </a:xfrm>
          <a:prstGeom prst="roundRect">
            <a:avLst/>
          </a:prstGeom>
          <a:solidFill>
            <a:srgbClr val="0A2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#DigitalWeek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7" y="4297680"/>
            <a:ext cx="1675479" cy="384048"/>
          </a:xfrm>
          <a:prstGeom prst="roundRect">
            <a:avLst/>
          </a:prstGeom>
          <a:solidFill>
            <a:srgbClr val="0A2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#NgàyPhụNữ2010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71205" y="4297680"/>
            <a:ext cx="1512375" cy="384048"/>
          </a:xfrm>
          <a:prstGeom prst="roundRect">
            <a:avLst/>
          </a:prstGeom>
          <a:solidFill>
            <a:srgbClr val="0A2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#</a:t>
            </a:r>
            <a:r>
              <a:rPr sz="1100" b="1" dirty="0" err="1">
                <a:solidFill>
                  <a:srgbClr val="FFFFFF"/>
                </a:solidFill>
                <a:latin typeface="Arial"/>
              </a:rPr>
              <a:t>NovoVietnam</a:t>
            </a:r>
            <a:endParaRPr sz="11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51206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EF3F9"/>
                </a:solidFill>
                <a:latin typeface="Arial"/>
                <a:ea typeface="Arial"/>
                <a:cs typeface="Arial"/>
              </a:rPr>
              <a:t>Chúc bạn có những bức ảnh thật đẹp và ý nghĩa.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744</Words>
  <Application>Microsoft Macintosh PowerPoint</Application>
  <PresentationFormat>Widescreen</PresentationFormat>
  <Paragraphs>105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Viet Vu</cp:lastModifiedBy>
  <cp:revision>3</cp:revision>
  <dcterms:created xsi:type="dcterms:W3CDTF">2013-01-27T09:14:16Z</dcterms:created>
  <dcterms:modified xsi:type="dcterms:W3CDTF">2026-10-17T01:21:43Z</dcterms:modified>
  <cp:category/>
</cp:coreProperties>
</file>